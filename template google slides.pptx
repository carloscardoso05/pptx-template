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Pacifico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acific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383a5fc7451bda0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383a5fc7451bda0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mages.jpg"/>
          <p:cNvPicPr preferRelativeResize="0"/>
          <p:nvPr/>
        </p:nvPicPr>
        <p:blipFill rotWithShape="1">
          <a:blip r:embed="rId3">
            <a:alphaModFix amt="32000"/>
          </a:blip>
          <a:srcRect b="0" l="49947" r="0" t="0"/>
          <a:stretch/>
        </p:blipFill>
        <p:spPr>
          <a:xfrm>
            <a:off x="0" y="0"/>
            <a:ext cx="257439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427950" y="196100"/>
            <a:ext cx="65088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chemeClr val="dk2"/>
                </a:solidFill>
                <a:latin typeface="Pacifico"/>
                <a:ea typeface="Pacifico"/>
                <a:cs typeface="Pacifico"/>
                <a:sym typeface="Pacifico"/>
              </a:rPr>
              <a:t>Certificado de conclusão de curso</a:t>
            </a:r>
            <a:endParaRPr sz="3300">
              <a:solidFill>
                <a:schemeClr val="dk2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016250" y="1120700"/>
            <a:ext cx="5845800" cy="23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Certificamos que </a:t>
            </a:r>
            <a:r>
              <a:rPr b="1" lang="pt-BR" sz="1800">
                <a:solidFill>
                  <a:schemeClr val="dk2"/>
                </a:solidFill>
              </a:rPr>
              <a:t>{{nome}}</a:t>
            </a:r>
            <a:r>
              <a:rPr lang="pt-BR" sz="1800">
                <a:solidFill>
                  <a:schemeClr val="dk2"/>
                </a:solidFill>
              </a:rPr>
              <a:t> concluiu o curso </a:t>
            </a:r>
            <a:r>
              <a:rPr lang="pt-BR" sz="2400" u="sng">
                <a:solidFill>
                  <a:schemeClr val="dk2"/>
                </a:solidFill>
              </a:rPr>
              <a:t>{{curso}}</a:t>
            </a:r>
            <a:r>
              <a:rPr lang="pt-BR" sz="1800">
                <a:solidFill>
                  <a:schemeClr val="dk2"/>
                </a:solidFill>
              </a:rPr>
              <a:t> ministrado pela professora {{docente}} entre os dias </a:t>
            </a:r>
            <a:r>
              <a:rPr i="1" lang="pt-BR" sz="1800">
                <a:solidFill>
                  <a:schemeClr val="dk2"/>
                </a:solidFill>
              </a:rPr>
              <a:t>{{dt_inicio}}</a:t>
            </a:r>
            <a:r>
              <a:rPr lang="pt-BR" sz="1800">
                <a:solidFill>
                  <a:schemeClr val="dk2"/>
                </a:solidFill>
              </a:rPr>
              <a:t> e </a:t>
            </a:r>
            <a:r>
              <a:rPr i="1" lang="pt-BR" sz="1800">
                <a:solidFill>
                  <a:schemeClr val="dk2"/>
                </a:solidFill>
              </a:rPr>
              <a:t>{{dt_fim}}</a:t>
            </a:r>
            <a:r>
              <a:rPr lang="pt-BR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7" name="Google Shape;57;p13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4475" y="3007050"/>
            <a:ext cx="1789525" cy="11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2250525" y="3514875"/>
            <a:ext cx="1550100" cy="1531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{{qr_code}}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121175" y="4810275"/>
            <a:ext cx="4236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{{id}}</a:t>
            </a:r>
            <a:endParaRPr sz="10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 title="images.jpg"/>
          <p:cNvPicPr preferRelativeResize="0"/>
          <p:nvPr/>
        </p:nvPicPr>
        <p:blipFill rotWithShape="1">
          <a:blip r:embed="rId3">
            <a:alphaModFix amt="32000"/>
          </a:blip>
          <a:srcRect b="0" l="49947" r="0" t="0"/>
          <a:stretch/>
        </p:blipFill>
        <p:spPr>
          <a:xfrm>
            <a:off x="0" y="0"/>
            <a:ext cx="257439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3025600" y="672325"/>
            <a:ext cx="5547000" cy="3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Conteúdo programático: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{{conteudo}}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